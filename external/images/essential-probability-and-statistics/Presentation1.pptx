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3"/>
  </p:normalViewPr>
  <p:slideViewPr>
    <p:cSldViewPr snapToGrid="0">
      <p:cViewPr varScale="1">
        <p:scale>
          <a:sx n="104" d="100"/>
          <a:sy n="104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617F-F007-1678-8F25-A03BAED0B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18E7F-453B-E0F2-D25C-FA9AFF01D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6B6F8-99D0-E8FE-B47F-40FC497C3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0945-B8EF-C867-A987-4A64FF85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2E304-0C86-D39B-EF41-6E6A4C71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911E-D74E-0998-D8EC-69C327E4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40DA-E2C0-24E2-E660-5081219FD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0F1FB-6A95-9481-642C-2E831DCD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2CBE9-8D3F-823A-E0DE-A92DE2EE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5D075-0F73-7AF1-46F1-B6CB2BEF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9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B442-B3EE-F9BB-1F12-0A39D6F6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3BE66-0B39-2B38-F9F3-9614ABD7C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55C6F-173F-7B4E-F31B-CAE34FD4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14464-08A1-BA9F-1655-E96F84EF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2CE2A-4B0A-19E0-D59F-C657C56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2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F8339-2B35-9C83-9210-88334E61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9FA5-E573-3804-52AB-D3F464CF1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0DCB7-64B8-BE02-EFF8-1398A874A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6B432-67E9-F374-A7B2-4E0E8290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D2655-98B6-7CB7-6C11-C30B8741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8A9DE-2893-2C94-5B10-8E4E58B4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EC24-683C-733C-4E9F-BB9664AE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F200D-8333-68E0-3257-615F57BBE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EF100-4581-62D2-7567-63C1D9261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FBCBB-8AF2-7E04-FABE-2F96DAB31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91C72-43C7-F61A-5A09-912776EF9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F4160-6956-6625-7EB1-D562C166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8357-D8F7-F5D0-62AA-316CA024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94914-C119-DE07-484E-04439393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9111-229F-8336-3690-E3099B3C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E3DEE-5F66-5461-0277-E786B693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71B0D-8C2D-865B-8543-3BF5FA09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02DAC-1629-B3C3-588A-D876D753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9A2CB-7CBA-0385-DCC0-FF0DDC6B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5C229-F1D6-6B30-447D-DA4339E6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F99A-8D3F-AA45-373B-6C1600F2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2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D6FA-9C30-035C-4969-7F7844A1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CD164-4C93-BEA3-8C8C-F6AA10A0D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D3964-D991-328B-B3C0-A65234346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73B67-A5CB-45D3-F247-27399230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04CDB-2F79-C201-4E4B-987DC897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565CC-C448-5010-5BE6-76744C8B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E03E-ACE6-B6DE-D7E2-96C3CC54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9D12F-A7BC-53C2-48B4-74028E858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50FCF-60C2-17E2-8FE7-DF384F512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D5BD4-4962-8D97-60E1-2014FB0D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E3D64-C955-32CA-7470-8EEED331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2C287-1756-43C7-7E3F-5F2689E2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EAF7-E174-92B3-0977-6FD3DC42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35195-AA9D-4594-9452-A0F2B64E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9B21-D4E9-A78E-7E01-F066C5D9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DDB50-FEBD-C57D-725D-D8CD65E2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CF121-B49B-7CCA-F3F7-124FDA8E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2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B5DEB0-CE2F-3A6C-D5B7-F8A982627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305E7-9513-E330-C3AF-FED6DA7A2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F837B-0199-2443-EEB6-22385A0B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5B360-F07A-F5F7-814F-74C47549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2F5EB-63A7-EA46-6DE8-D36582E8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9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24543-7B91-DA76-9825-126488CB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9DFBA-D174-EC73-0578-DDBBDD9D7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B62C-B980-B11E-8BB0-2210D3637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10675-2938-0341-A7C6-E67935C34A1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763F8-A0A8-F04E-6670-B5B324114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2EF8-41C9-D37A-3552-0F644F3A8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4462E-3B7B-6C4C-ACC4-1EB9FC2E8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9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BABB-CFD9-786E-BDF0-76A632625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49573-12B5-922E-93FC-B01BE202B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53590B-9216-7D4C-2BE0-51CD57615921}"/>
              </a:ext>
            </a:extLst>
          </p:cNvPr>
          <p:cNvSpPr/>
          <p:nvPr/>
        </p:nvSpPr>
        <p:spPr>
          <a:xfrm>
            <a:off x="2090056" y="1796143"/>
            <a:ext cx="3624943" cy="1502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000020-F5C2-3B9F-0F47-D0AEE0DE2340}"/>
                  </a:ext>
                </a:extLst>
              </p:cNvPr>
              <p:cNvSpPr txBox="1"/>
              <p:nvPr/>
            </p:nvSpPr>
            <p:spPr>
              <a:xfrm>
                <a:off x="2456591" y="2116369"/>
                <a:ext cx="26468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PDF</m:t>
                      </m:r>
                      <m:d>
                        <m:dPr>
                          <m:ctrlPr>
                            <a:rPr lang="en-US" sz="20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CDF</m:t>
                      </m:r>
                      <m:d>
                        <m:dPr>
                          <m:ctrlPr>
                            <a:rPr lang="en-US" sz="20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PMF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Known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000020-F5C2-3B9F-0F47-D0AEE0DE2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591" y="2116369"/>
                <a:ext cx="2646815" cy="707886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49606D-2527-03A0-38C9-DDDFA443C6FD}"/>
              </a:ext>
            </a:extLst>
          </p:cNvPr>
          <p:cNvCxnSpPr>
            <a:cxnSpLocks/>
          </p:cNvCxnSpPr>
          <p:nvPr/>
        </p:nvCxnSpPr>
        <p:spPr>
          <a:xfrm rot="5400000">
            <a:off x="3390723" y="3722915"/>
            <a:ext cx="8490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EB497F-FA17-4BCE-C023-1C776D09CAF6}"/>
                  </a:ext>
                </a:extLst>
              </p:cNvPr>
              <p:cNvSpPr txBox="1"/>
              <p:nvPr/>
            </p:nvSpPr>
            <p:spPr>
              <a:xfrm>
                <a:off x="3161657" y="4159910"/>
                <a:ext cx="13072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Predict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EB497F-FA17-4BCE-C023-1C776D09C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657" y="4159910"/>
                <a:ext cx="1307217" cy="461665"/>
              </a:xfrm>
              <a:prstGeom prst="rect">
                <a:avLst/>
              </a:prstGeom>
              <a:blipFill>
                <a:blip r:embed="rId3"/>
                <a:stretch>
                  <a:fillRect l="-776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43DAD7A-923B-8888-B112-26CD9A48CD63}"/>
              </a:ext>
            </a:extLst>
          </p:cNvPr>
          <p:cNvSpPr/>
          <p:nvPr/>
        </p:nvSpPr>
        <p:spPr>
          <a:xfrm>
            <a:off x="6952111" y="2240987"/>
            <a:ext cx="3624943" cy="1502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11C481-52CB-CE8F-A55B-57DB18CFE6EE}"/>
                  </a:ext>
                </a:extLst>
              </p:cNvPr>
              <p:cNvSpPr txBox="1"/>
              <p:nvPr/>
            </p:nvSpPr>
            <p:spPr>
              <a:xfrm>
                <a:off x="7318646" y="2561213"/>
                <a:ext cx="282641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𝑃𝐷𝐹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𝑈𝑛𝑘𝑛𝑜𝑤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11C481-52CB-CE8F-A55B-57DB18CFE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646" y="2561213"/>
                <a:ext cx="2826415" cy="1015663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11F43D-87FE-8A36-9DA3-FEFD9E89A62C}"/>
              </a:ext>
            </a:extLst>
          </p:cNvPr>
          <p:cNvCxnSpPr>
            <a:cxnSpLocks/>
          </p:cNvCxnSpPr>
          <p:nvPr/>
        </p:nvCxnSpPr>
        <p:spPr>
          <a:xfrm flipH="1">
            <a:off x="8677320" y="3743215"/>
            <a:ext cx="2" cy="532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DF36C7-9077-262C-B8E3-B1D4F067BD76}"/>
                  </a:ext>
                </a:extLst>
              </p:cNvPr>
              <p:cNvSpPr txBox="1"/>
              <p:nvPr/>
            </p:nvSpPr>
            <p:spPr>
              <a:xfrm>
                <a:off x="7846258" y="4173190"/>
                <a:ext cx="20852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Estimation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DF36C7-9077-262C-B8E3-B1D4F067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258" y="4173190"/>
                <a:ext cx="2085251" cy="461665"/>
              </a:xfrm>
              <a:prstGeom prst="rect">
                <a:avLst/>
              </a:prstGeom>
              <a:blipFill>
                <a:blip r:embed="rId5"/>
                <a:stretch>
                  <a:fillRect l="-424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F1198-56B1-AE91-348B-DE8C97C2AC05}"/>
                  </a:ext>
                </a:extLst>
              </p:cNvPr>
              <p:cNvSpPr txBox="1"/>
              <p:nvPr/>
            </p:nvSpPr>
            <p:spPr>
              <a:xfrm>
                <a:off x="8085924" y="1557653"/>
                <a:ext cx="2491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Samples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BF1198-56B1-AE91-348B-DE8C97C2A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924" y="1557653"/>
                <a:ext cx="2491130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35CF18-681C-5F87-78C0-DE323698FFB2}"/>
              </a:ext>
            </a:extLst>
          </p:cNvPr>
          <p:cNvCxnSpPr>
            <a:cxnSpLocks/>
          </p:cNvCxnSpPr>
          <p:nvPr/>
        </p:nvCxnSpPr>
        <p:spPr>
          <a:xfrm>
            <a:off x="8023712" y="1557655"/>
            <a:ext cx="0" cy="69016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3ABD7-1DC5-EFA7-EAC0-53092C6CD3F4}"/>
              </a:ext>
            </a:extLst>
          </p:cNvPr>
          <p:cNvSpPr/>
          <p:nvPr/>
        </p:nvSpPr>
        <p:spPr>
          <a:xfrm>
            <a:off x="1977081" y="1458097"/>
            <a:ext cx="3929449" cy="3214515"/>
          </a:xfrm>
          <a:prstGeom prst="rect">
            <a:avLst/>
          </a:prstGeom>
          <a:solidFill>
            <a:srgbClr val="FFF2CC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7ACB47-94B0-2DCE-28CC-78950840D1FC}"/>
              </a:ext>
            </a:extLst>
          </p:cNvPr>
          <p:cNvSpPr/>
          <p:nvPr/>
        </p:nvSpPr>
        <p:spPr>
          <a:xfrm>
            <a:off x="6828616" y="1458096"/>
            <a:ext cx="3929449" cy="3214515"/>
          </a:xfrm>
          <a:prstGeom prst="rect">
            <a:avLst/>
          </a:prstGeom>
          <a:solidFill>
            <a:srgbClr val="FFF2CC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7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4292</TotalTime>
  <Words>35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Ling</dc:creator>
  <cp:lastModifiedBy>Samuel Ling</cp:lastModifiedBy>
  <cp:revision>1</cp:revision>
  <dcterms:created xsi:type="dcterms:W3CDTF">2025-09-09T05:06:44Z</dcterms:created>
  <dcterms:modified xsi:type="dcterms:W3CDTF">2025-09-12T04:39:15Z</dcterms:modified>
</cp:coreProperties>
</file>